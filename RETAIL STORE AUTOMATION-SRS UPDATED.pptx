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1c67b308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1c67b308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1bc93ba6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1bc93ba6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1bc93ba6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1bc93ba6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1bc93ba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1bc93ba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RETAIL STORE AUTOMATION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1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CASE,DFD,ERD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        23pw14 Maanisha T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			                      23pw15 Madanika SR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23pw16 Naveen Kumar M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23pw17 Nitharshna A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23pw18 Nivethitha D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23pw19 Pranaavraj 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693" y="1017722"/>
            <a:ext cx="5640476" cy="380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Diagram: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520602" cy="386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63500" y="129450"/>
            <a:ext cx="85206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Attributes: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66450"/>
            <a:ext cx="8520600" cy="418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0" l="-4259" r="4260" t="0"/>
          <a:stretch/>
        </p:blipFill>
        <p:spPr>
          <a:xfrm>
            <a:off x="-1144924" y="710325"/>
            <a:ext cx="10946626" cy="8315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165425" y="207100"/>
            <a:ext cx="436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 FLOW DIAGRAM: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